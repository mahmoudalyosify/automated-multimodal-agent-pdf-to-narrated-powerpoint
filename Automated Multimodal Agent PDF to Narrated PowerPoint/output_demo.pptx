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476250"/>
            <a:ext cx="81915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/>
              <a:t>Introduction to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250" y="1428750"/>
            <a:ext cx="819150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A comprehensive guide to AI and machine learning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476250"/>
            <a:ext cx="381000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250" y="1047750"/>
            <a:ext cx="381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Learning from labeled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476250"/>
            <a:ext cx="381000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0" y="1047750"/>
            <a:ext cx="381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Finding patterns in unlabeled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